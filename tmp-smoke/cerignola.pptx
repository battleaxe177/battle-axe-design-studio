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8AA9-B39F-697B-1AB3-A1FDDCC9F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64BD2-2F99-AE9F-4081-2A38461B4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CA89C-8BE4-1E9F-3EE2-AC85CB0F0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963B2-8985-0ED6-8550-FE185AD9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BAFB1-CA1D-88C7-427E-083CF578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87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2C84-9854-5AB8-BBDC-E27ED11E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EAE1C-BAB6-017B-39C3-9B13F3994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C57EB-A589-C363-A04F-94B77A3E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B0DCC-3295-1A22-CD79-FF1F4464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AE245-B3B1-EAD5-8634-FFC1653D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1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C7E5-A836-E1AE-BB24-D1D361624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AE6DC-75D8-202A-0CC9-ABB242962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73D8A-CDA3-B778-73E6-96EAD827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B6B0E-7447-EA8C-4718-ED8838B2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22EA8-1986-0811-BE26-2BD679262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3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0061-626F-78F1-6C56-DA04026A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72EF5-FE24-C755-2065-9B472729E3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10033-313C-554B-56D1-C50172E06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2D579-D1D5-F93F-E416-2E9CE4C7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81869-2E4C-5ABA-7E5D-400DAD021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0BE73-C021-AC3D-1B80-1DF6F9D4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7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310D-912A-2701-30F1-3CC29899A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ACA83-5CD2-A4FA-0D25-322E39AA3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FFCC7-004E-5F24-0B7C-378733C247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A26A3A-62C5-A6CA-C070-0EDC5F543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20885-5E62-FA28-0F58-14293481E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9090F8-623F-7D9D-BEED-75DF1373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39C7F-3DB2-09AD-7E21-560FE8365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83EE5-0DA8-AF0D-2EAD-82CF3C78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7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778A-9A59-494A-1B5E-A389F1FCD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16747F-6EBF-6602-B8C1-00841C1F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72FB9-0039-529D-974F-014EECE70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6BF87-81F4-4D9A-9A94-5EA25589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98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B464A-F2A0-F1B8-59E5-EBF259379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807E7-B482-E989-9EC4-35F0C130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81147-CCAE-DF41-F457-43947981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1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51FE0-07F3-B219-344A-2899C2E2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9A249-4B9F-A2CD-6CA7-E616474CE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5C06D-BE9D-89EF-07AB-0F81E468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56CBE-F29F-3EDA-3535-CA4C8280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4322E-678D-ACE3-9D9D-CD517FBD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E8996-30A2-E634-6BAD-42FE4A38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29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9E1E-7529-4CD3-06AE-769D705C8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CE512-6A54-8E5B-7D68-90C0C678A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2734C-0757-874E-D04A-180BB2B69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F5109-8DF2-2AAE-4DBC-9B1A19C6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0FE69-85EB-1249-05C1-56EDF9BA0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BFE28-35EA-E540-2E2E-CB26A295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9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F6DB-8401-0ED1-13EF-6B464FB6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97FE6-7F00-B1BD-A190-BCE34E130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51ECC-7D44-9800-CAF5-974AE898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37148-0E57-7EE5-C93B-FED265269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FB10-E72B-3E5E-A54E-7969A03F3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7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F515B4-AFEA-B812-78CD-A1CF2F803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C9BC1-F05B-51EB-D470-D88F10A62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DA23F-3760-9E86-3D87-F486010A3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8E361-A421-F7AA-8908-4C7822C2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85690-00A6-97AC-8015-4DEDAC7E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1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6AC632-4A7C-9EDD-DE6E-87536F408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23247-2CA5-44B8-A372-ABFE5D605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3D35B-2C2A-60F6-9CE1-1C86C4172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174BC-8B87-4454-9DE0-6961A0BB1FA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F738E-889B-57B0-2217-0F5746BB7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B9286-7394-D3BB-54F3-CB0DE3D23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091E6-2835-438B-9EEB-5CD8867E0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965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 descr="background">
            <a:extLst>
              <a:ext uri="{FF2B5EF4-FFF2-40B4-BE49-F238E27FC236}">
                <a16:creationId xmlns:a16="http://schemas.microsoft.com/office/drawing/2014/main" id="{E8D58878-6CFE-A539-B417-EC6FCDC0BB2B}"/>
              </a:ext>
            </a:extLst>
          </p:cNvPr>
          <p:cNvSpPr/>
          <p:nvPr/>
        </p:nvSpPr>
        <p:spPr>
          <a:xfrm>
            <a:off x="3586192" y="2143308"/>
            <a:ext cx="5486400" cy="27432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  <a14:imgEffect>
                        <a14:colorTemperature colorTemp="7541"/>
                      </a14:imgEffect>
                      <a14:imgEffect>
                        <a14:saturation sat="80000"/>
                      </a14:imgEffect>
                      <a14:imgEffect>
                        <a14:brightnessContrast contrast="-2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 descr="Hill">
            <a:extLst>
              <a:ext uri="{FF2B5EF4-FFF2-40B4-BE49-F238E27FC236}">
                <a16:creationId xmlns:a16="http://schemas.microsoft.com/office/drawing/2014/main" id="{68EE4F6E-8E14-97ED-0ECA-B3D95D31C867}"/>
              </a:ext>
            </a:extLst>
          </p:cNvPr>
          <p:cNvSpPr/>
          <p:nvPr/>
        </p:nvSpPr>
        <p:spPr>
          <a:xfrm>
            <a:off x="3067050" y="3916736"/>
            <a:ext cx="6057900" cy="2032000"/>
          </a:xfrm>
          <a:custGeom>
            <a:avLst/>
            <a:gdLst>
              <a:gd name="csX0" fmla="*/ 50800 w 6057900"/>
              <a:gd name="csY0" fmla="*/ 825500 h 2032000"/>
              <a:gd name="csX1" fmla="*/ 50800 w 6057900"/>
              <a:gd name="csY1" fmla="*/ 825500 h 2032000"/>
              <a:gd name="csX2" fmla="*/ 177800 w 6057900"/>
              <a:gd name="csY2" fmla="*/ 749300 h 2032000"/>
              <a:gd name="csX3" fmla="*/ 215900 w 6057900"/>
              <a:gd name="csY3" fmla="*/ 711200 h 2032000"/>
              <a:gd name="csX4" fmla="*/ 254000 w 6057900"/>
              <a:gd name="csY4" fmla="*/ 698500 h 2032000"/>
              <a:gd name="csX5" fmla="*/ 317500 w 6057900"/>
              <a:gd name="csY5" fmla="*/ 660400 h 2032000"/>
              <a:gd name="csX6" fmla="*/ 419100 w 6057900"/>
              <a:gd name="csY6" fmla="*/ 647700 h 2032000"/>
              <a:gd name="csX7" fmla="*/ 482600 w 6057900"/>
              <a:gd name="csY7" fmla="*/ 622300 h 2032000"/>
              <a:gd name="csX8" fmla="*/ 520700 w 6057900"/>
              <a:gd name="csY8" fmla="*/ 609600 h 2032000"/>
              <a:gd name="csX9" fmla="*/ 584200 w 6057900"/>
              <a:gd name="csY9" fmla="*/ 571500 h 2032000"/>
              <a:gd name="csX10" fmla="*/ 635000 w 6057900"/>
              <a:gd name="csY10" fmla="*/ 533400 h 2032000"/>
              <a:gd name="csX11" fmla="*/ 927100 w 6057900"/>
              <a:gd name="csY11" fmla="*/ 482600 h 2032000"/>
              <a:gd name="csX12" fmla="*/ 990600 w 6057900"/>
              <a:gd name="csY12" fmla="*/ 469900 h 2032000"/>
              <a:gd name="csX13" fmla="*/ 1257300 w 6057900"/>
              <a:gd name="csY13" fmla="*/ 431800 h 2032000"/>
              <a:gd name="csX14" fmla="*/ 1346200 w 6057900"/>
              <a:gd name="csY14" fmla="*/ 381000 h 2032000"/>
              <a:gd name="csX15" fmla="*/ 1549400 w 6057900"/>
              <a:gd name="csY15" fmla="*/ 317500 h 2032000"/>
              <a:gd name="csX16" fmla="*/ 1701800 w 6057900"/>
              <a:gd name="csY16" fmla="*/ 203200 h 2032000"/>
              <a:gd name="csX17" fmla="*/ 1803400 w 6057900"/>
              <a:gd name="csY17" fmla="*/ 139700 h 2032000"/>
              <a:gd name="csX18" fmla="*/ 1905000 w 6057900"/>
              <a:gd name="csY18" fmla="*/ 101600 h 2032000"/>
              <a:gd name="csX19" fmla="*/ 2044700 w 6057900"/>
              <a:gd name="csY19" fmla="*/ 63500 h 2032000"/>
              <a:gd name="csX20" fmla="*/ 2476500 w 6057900"/>
              <a:gd name="csY20" fmla="*/ 76200 h 2032000"/>
              <a:gd name="csX21" fmla="*/ 2527300 w 6057900"/>
              <a:gd name="csY21" fmla="*/ 88900 h 2032000"/>
              <a:gd name="csX22" fmla="*/ 2628900 w 6057900"/>
              <a:gd name="csY22" fmla="*/ 101600 h 2032000"/>
              <a:gd name="csX23" fmla="*/ 2832100 w 6057900"/>
              <a:gd name="csY23" fmla="*/ 114300 h 2032000"/>
              <a:gd name="csX24" fmla="*/ 3073400 w 6057900"/>
              <a:gd name="csY24" fmla="*/ 101600 h 2032000"/>
              <a:gd name="csX25" fmla="*/ 3136900 w 6057900"/>
              <a:gd name="csY25" fmla="*/ 88900 h 2032000"/>
              <a:gd name="csX26" fmla="*/ 3314700 w 6057900"/>
              <a:gd name="csY26" fmla="*/ 76200 h 2032000"/>
              <a:gd name="csX27" fmla="*/ 3441700 w 6057900"/>
              <a:gd name="csY27" fmla="*/ 25400 h 2032000"/>
              <a:gd name="csX28" fmla="*/ 3670300 w 6057900"/>
              <a:gd name="csY28" fmla="*/ 0 h 2032000"/>
              <a:gd name="csX29" fmla="*/ 4254500 w 6057900"/>
              <a:gd name="csY29" fmla="*/ 12700 h 2032000"/>
              <a:gd name="csX30" fmla="*/ 4711700 w 6057900"/>
              <a:gd name="csY30" fmla="*/ 25400 h 2032000"/>
              <a:gd name="csX31" fmla="*/ 4826000 w 6057900"/>
              <a:gd name="csY31" fmla="*/ 88900 h 2032000"/>
              <a:gd name="csX32" fmla="*/ 4927600 w 6057900"/>
              <a:gd name="csY32" fmla="*/ 152400 h 2032000"/>
              <a:gd name="csX33" fmla="*/ 4978400 w 6057900"/>
              <a:gd name="csY33" fmla="*/ 177800 h 2032000"/>
              <a:gd name="csX34" fmla="*/ 5054600 w 6057900"/>
              <a:gd name="csY34" fmla="*/ 241300 h 2032000"/>
              <a:gd name="csX35" fmla="*/ 5257800 w 6057900"/>
              <a:gd name="csY35" fmla="*/ 304800 h 2032000"/>
              <a:gd name="csX36" fmla="*/ 5384800 w 6057900"/>
              <a:gd name="csY36" fmla="*/ 342900 h 2032000"/>
              <a:gd name="csX37" fmla="*/ 5435600 w 6057900"/>
              <a:gd name="csY37" fmla="*/ 368300 h 2032000"/>
              <a:gd name="csX38" fmla="*/ 5511800 w 6057900"/>
              <a:gd name="csY38" fmla="*/ 381000 h 2032000"/>
              <a:gd name="csX39" fmla="*/ 5575300 w 6057900"/>
              <a:gd name="csY39" fmla="*/ 393700 h 2032000"/>
              <a:gd name="csX40" fmla="*/ 5638800 w 6057900"/>
              <a:gd name="csY40" fmla="*/ 419100 h 2032000"/>
              <a:gd name="csX41" fmla="*/ 5753100 w 6057900"/>
              <a:gd name="csY41" fmla="*/ 457200 h 2032000"/>
              <a:gd name="csX42" fmla="*/ 5867400 w 6057900"/>
              <a:gd name="csY42" fmla="*/ 596900 h 2032000"/>
              <a:gd name="csX43" fmla="*/ 5956300 w 6057900"/>
              <a:gd name="csY43" fmla="*/ 685800 h 2032000"/>
              <a:gd name="csX44" fmla="*/ 6019800 w 6057900"/>
              <a:gd name="csY44" fmla="*/ 812800 h 2032000"/>
              <a:gd name="csX45" fmla="*/ 6032500 w 6057900"/>
              <a:gd name="csY45" fmla="*/ 876300 h 2032000"/>
              <a:gd name="csX46" fmla="*/ 6057900 w 6057900"/>
              <a:gd name="csY46" fmla="*/ 990600 h 2032000"/>
              <a:gd name="csX47" fmla="*/ 5702300 w 6057900"/>
              <a:gd name="csY47" fmla="*/ 1244600 h 2032000"/>
              <a:gd name="csX48" fmla="*/ 5537200 w 6057900"/>
              <a:gd name="csY48" fmla="*/ 1308100 h 2032000"/>
              <a:gd name="csX49" fmla="*/ 5397500 w 6057900"/>
              <a:gd name="csY49" fmla="*/ 1384300 h 2032000"/>
              <a:gd name="csX50" fmla="*/ 5130800 w 6057900"/>
              <a:gd name="csY50" fmla="*/ 1473200 h 2032000"/>
              <a:gd name="csX51" fmla="*/ 4991100 w 6057900"/>
              <a:gd name="csY51" fmla="*/ 1536700 h 2032000"/>
              <a:gd name="csX52" fmla="*/ 4495800 w 6057900"/>
              <a:gd name="csY52" fmla="*/ 1574800 h 2032000"/>
              <a:gd name="csX53" fmla="*/ 3606800 w 6057900"/>
              <a:gd name="csY53" fmla="*/ 1739900 h 2032000"/>
              <a:gd name="csX54" fmla="*/ 3365500 w 6057900"/>
              <a:gd name="csY54" fmla="*/ 1790700 h 2032000"/>
              <a:gd name="csX55" fmla="*/ 2984500 w 6057900"/>
              <a:gd name="csY55" fmla="*/ 1905000 h 2032000"/>
              <a:gd name="csX56" fmla="*/ 2654300 w 6057900"/>
              <a:gd name="csY56" fmla="*/ 1968500 h 2032000"/>
              <a:gd name="csX57" fmla="*/ 2489200 w 6057900"/>
              <a:gd name="csY57" fmla="*/ 2006600 h 2032000"/>
              <a:gd name="csX58" fmla="*/ 2209800 w 6057900"/>
              <a:gd name="csY58" fmla="*/ 2032000 h 2032000"/>
              <a:gd name="csX59" fmla="*/ 1219200 w 6057900"/>
              <a:gd name="csY59" fmla="*/ 2019300 h 2032000"/>
              <a:gd name="csX60" fmla="*/ 990600 w 6057900"/>
              <a:gd name="csY60" fmla="*/ 2006600 h 2032000"/>
              <a:gd name="csX61" fmla="*/ 876300 w 6057900"/>
              <a:gd name="csY61" fmla="*/ 1981200 h 2032000"/>
              <a:gd name="csX62" fmla="*/ 774700 w 6057900"/>
              <a:gd name="csY62" fmla="*/ 1968500 h 2032000"/>
              <a:gd name="csX63" fmla="*/ 596900 w 6057900"/>
              <a:gd name="csY63" fmla="*/ 1917700 h 2032000"/>
              <a:gd name="csX64" fmla="*/ 520700 w 6057900"/>
              <a:gd name="csY64" fmla="*/ 1879600 h 2032000"/>
              <a:gd name="csX65" fmla="*/ 304800 w 6057900"/>
              <a:gd name="csY65" fmla="*/ 1739900 h 2032000"/>
              <a:gd name="csX66" fmla="*/ 63500 w 6057900"/>
              <a:gd name="csY66" fmla="*/ 1384300 h 2032000"/>
              <a:gd name="csX67" fmla="*/ 25400 w 6057900"/>
              <a:gd name="csY67" fmla="*/ 1193800 h 2032000"/>
              <a:gd name="csX68" fmla="*/ 0 w 6057900"/>
              <a:gd name="csY68" fmla="*/ 1155700 h 2032000"/>
              <a:gd name="csX69" fmla="*/ 12700 w 6057900"/>
              <a:gd name="csY69" fmla="*/ 1003300 h 2032000"/>
              <a:gd name="csX70" fmla="*/ 25400 w 6057900"/>
              <a:gd name="csY70" fmla="*/ 965200 h 2032000"/>
              <a:gd name="csX71" fmla="*/ 38100 w 6057900"/>
              <a:gd name="csY71" fmla="*/ 914400 h 2032000"/>
              <a:gd name="csX72" fmla="*/ 50800 w 6057900"/>
              <a:gd name="csY72" fmla="*/ 825500 h 2032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</a:cxnLst>
            <a:rect l="l" t="t" r="r" b="b"/>
            <a:pathLst>
              <a:path w="6057900" h="2032000">
                <a:moveTo>
                  <a:pt x="50800" y="825500"/>
                </a:moveTo>
                <a:lnTo>
                  <a:pt x="50800" y="825500"/>
                </a:lnTo>
                <a:cubicBezTo>
                  <a:pt x="93133" y="800100"/>
                  <a:pt x="137209" y="777401"/>
                  <a:pt x="177800" y="749300"/>
                </a:cubicBezTo>
                <a:cubicBezTo>
                  <a:pt x="192567" y="739077"/>
                  <a:pt x="200956" y="721163"/>
                  <a:pt x="215900" y="711200"/>
                </a:cubicBezTo>
                <a:cubicBezTo>
                  <a:pt x="227039" y="703774"/>
                  <a:pt x="242026" y="704487"/>
                  <a:pt x="254000" y="698500"/>
                </a:cubicBezTo>
                <a:cubicBezTo>
                  <a:pt x="276078" y="687461"/>
                  <a:pt x="293907" y="667659"/>
                  <a:pt x="317500" y="660400"/>
                </a:cubicBezTo>
                <a:cubicBezTo>
                  <a:pt x="350121" y="650363"/>
                  <a:pt x="385233" y="651933"/>
                  <a:pt x="419100" y="647700"/>
                </a:cubicBezTo>
                <a:cubicBezTo>
                  <a:pt x="440267" y="639233"/>
                  <a:pt x="461254" y="630305"/>
                  <a:pt x="482600" y="622300"/>
                </a:cubicBezTo>
                <a:cubicBezTo>
                  <a:pt x="495135" y="617600"/>
                  <a:pt x="508726" y="615587"/>
                  <a:pt x="520700" y="609600"/>
                </a:cubicBezTo>
                <a:cubicBezTo>
                  <a:pt x="542778" y="598561"/>
                  <a:pt x="563661" y="585192"/>
                  <a:pt x="584200" y="571500"/>
                </a:cubicBezTo>
                <a:cubicBezTo>
                  <a:pt x="601812" y="559759"/>
                  <a:pt x="615244" y="540998"/>
                  <a:pt x="635000" y="533400"/>
                </a:cubicBezTo>
                <a:cubicBezTo>
                  <a:pt x="693371" y="510950"/>
                  <a:pt x="886101" y="489074"/>
                  <a:pt x="927100" y="482600"/>
                </a:cubicBezTo>
                <a:cubicBezTo>
                  <a:pt x="948422" y="479233"/>
                  <a:pt x="969231" y="472953"/>
                  <a:pt x="990600" y="469900"/>
                </a:cubicBezTo>
                <a:cubicBezTo>
                  <a:pt x="1285413" y="427784"/>
                  <a:pt x="1104668" y="462326"/>
                  <a:pt x="1257300" y="431800"/>
                </a:cubicBezTo>
                <a:cubicBezTo>
                  <a:pt x="1286933" y="414867"/>
                  <a:pt x="1314243" y="392984"/>
                  <a:pt x="1346200" y="381000"/>
                </a:cubicBezTo>
                <a:cubicBezTo>
                  <a:pt x="1495497" y="325014"/>
                  <a:pt x="1421715" y="390463"/>
                  <a:pt x="1549400" y="317500"/>
                </a:cubicBezTo>
                <a:cubicBezTo>
                  <a:pt x="1639265" y="266149"/>
                  <a:pt x="1625564" y="255979"/>
                  <a:pt x="1701800" y="203200"/>
                </a:cubicBezTo>
                <a:cubicBezTo>
                  <a:pt x="1734636" y="180467"/>
                  <a:pt x="1768903" y="159823"/>
                  <a:pt x="1803400" y="139700"/>
                </a:cubicBezTo>
                <a:cubicBezTo>
                  <a:pt x="1863518" y="104631"/>
                  <a:pt x="1841636" y="120609"/>
                  <a:pt x="1905000" y="101600"/>
                </a:cubicBezTo>
                <a:cubicBezTo>
                  <a:pt x="2033904" y="62929"/>
                  <a:pt x="1928965" y="86647"/>
                  <a:pt x="2044700" y="63500"/>
                </a:cubicBezTo>
                <a:cubicBezTo>
                  <a:pt x="2188633" y="67733"/>
                  <a:pt x="2332703" y="68632"/>
                  <a:pt x="2476500" y="76200"/>
                </a:cubicBezTo>
                <a:cubicBezTo>
                  <a:pt x="2493930" y="77117"/>
                  <a:pt x="2510083" y="86031"/>
                  <a:pt x="2527300" y="88900"/>
                </a:cubicBezTo>
                <a:cubicBezTo>
                  <a:pt x="2560966" y="94511"/>
                  <a:pt x="2594888" y="98766"/>
                  <a:pt x="2628900" y="101600"/>
                </a:cubicBezTo>
                <a:cubicBezTo>
                  <a:pt x="2696531" y="107236"/>
                  <a:pt x="2764367" y="110067"/>
                  <a:pt x="2832100" y="114300"/>
                </a:cubicBezTo>
                <a:cubicBezTo>
                  <a:pt x="2912533" y="110067"/>
                  <a:pt x="2993134" y="108289"/>
                  <a:pt x="3073400" y="101600"/>
                </a:cubicBezTo>
                <a:cubicBezTo>
                  <a:pt x="3094911" y="99807"/>
                  <a:pt x="3115433" y="91160"/>
                  <a:pt x="3136900" y="88900"/>
                </a:cubicBezTo>
                <a:cubicBezTo>
                  <a:pt x="3195991" y="82680"/>
                  <a:pt x="3255433" y="80433"/>
                  <a:pt x="3314700" y="76200"/>
                </a:cubicBezTo>
                <a:cubicBezTo>
                  <a:pt x="3326834" y="71000"/>
                  <a:pt x="3409999" y="32445"/>
                  <a:pt x="3441700" y="25400"/>
                </a:cubicBezTo>
                <a:cubicBezTo>
                  <a:pt x="3517589" y="8536"/>
                  <a:pt x="3592394" y="6492"/>
                  <a:pt x="3670300" y="0"/>
                </a:cubicBezTo>
                <a:lnTo>
                  <a:pt x="4254500" y="12700"/>
                </a:lnTo>
                <a:lnTo>
                  <a:pt x="4711700" y="25400"/>
                </a:lnTo>
                <a:cubicBezTo>
                  <a:pt x="4754903" y="31160"/>
                  <a:pt x="4787625" y="68236"/>
                  <a:pt x="4826000" y="88900"/>
                </a:cubicBezTo>
                <a:cubicBezTo>
                  <a:pt x="5011923" y="189012"/>
                  <a:pt x="4731749" y="29993"/>
                  <a:pt x="4927600" y="152400"/>
                </a:cubicBezTo>
                <a:cubicBezTo>
                  <a:pt x="4943654" y="162434"/>
                  <a:pt x="4962890" y="166943"/>
                  <a:pt x="4978400" y="177800"/>
                </a:cubicBezTo>
                <a:cubicBezTo>
                  <a:pt x="5005487" y="196761"/>
                  <a:pt x="5025783" y="225090"/>
                  <a:pt x="5054600" y="241300"/>
                </a:cubicBezTo>
                <a:cubicBezTo>
                  <a:pt x="5184251" y="314229"/>
                  <a:pt x="5148632" y="277508"/>
                  <a:pt x="5257800" y="304800"/>
                </a:cubicBezTo>
                <a:cubicBezTo>
                  <a:pt x="5300678" y="315519"/>
                  <a:pt x="5343178" y="328035"/>
                  <a:pt x="5384800" y="342900"/>
                </a:cubicBezTo>
                <a:cubicBezTo>
                  <a:pt x="5402629" y="349268"/>
                  <a:pt x="5417466" y="362860"/>
                  <a:pt x="5435600" y="368300"/>
                </a:cubicBezTo>
                <a:cubicBezTo>
                  <a:pt x="5460264" y="375699"/>
                  <a:pt x="5486465" y="376394"/>
                  <a:pt x="5511800" y="381000"/>
                </a:cubicBezTo>
                <a:cubicBezTo>
                  <a:pt x="5533038" y="384861"/>
                  <a:pt x="5554625" y="387497"/>
                  <a:pt x="5575300" y="393700"/>
                </a:cubicBezTo>
                <a:cubicBezTo>
                  <a:pt x="5597136" y="400251"/>
                  <a:pt x="5617331" y="411432"/>
                  <a:pt x="5638800" y="419100"/>
                </a:cubicBezTo>
                <a:cubicBezTo>
                  <a:pt x="5676621" y="432608"/>
                  <a:pt x="5715000" y="444500"/>
                  <a:pt x="5753100" y="457200"/>
                </a:cubicBezTo>
                <a:cubicBezTo>
                  <a:pt x="5804728" y="534642"/>
                  <a:pt x="5797784" y="535019"/>
                  <a:pt x="5867400" y="596900"/>
                </a:cubicBezTo>
                <a:cubicBezTo>
                  <a:pt x="5921477" y="644969"/>
                  <a:pt x="5919156" y="620798"/>
                  <a:pt x="5956300" y="685800"/>
                </a:cubicBezTo>
                <a:cubicBezTo>
                  <a:pt x="5979782" y="726894"/>
                  <a:pt x="6019800" y="812800"/>
                  <a:pt x="6019800" y="812800"/>
                </a:cubicBezTo>
                <a:cubicBezTo>
                  <a:pt x="6024033" y="833967"/>
                  <a:pt x="6027817" y="855228"/>
                  <a:pt x="6032500" y="876300"/>
                </a:cubicBezTo>
                <a:cubicBezTo>
                  <a:pt x="6068371" y="1037718"/>
                  <a:pt x="6019596" y="799082"/>
                  <a:pt x="6057900" y="990600"/>
                </a:cubicBezTo>
                <a:cubicBezTo>
                  <a:pt x="6002012" y="1186209"/>
                  <a:pt x="6046815" y="1112094"/>
                  <a:pt x="5702300" y="1244600"/>
                </a:cubicBezTo>
                <a:cubicBezTo>
                  <a:pt x="5647267" y="1265767"/>
                  <a:pt x="5590802" y="1283533"/>
                  <a:pt x="5537200" y="1308100"/>
                </a:cubicBezTo>
                <a:cubicBezTo>
                  <a:pt x="5488980" y="1330201"/>
                  <a:pt x="5446643" y="1364336"/>
                  <a:pt x="5397500" y="1384300"/>
                </a:cubicBezTo>
                <a:cubicBezTo>
                  <a:pt x="5310682" y="1419570"/>
                  <a:pt x="5218542" y="1440297"/>
                  <a:pt x="5130800" y="1473200"/>
                </a:cubicBezTo>
                <a:cubicBezTo>
                  <a:pt x="5082905" y="1491161"/>
                  <a:pt x="5041609" y="1528619"/>
                  <a:pt x="4991100" y="1536700"/>
                </a:cubicBezTo>
                <a:cubicBezTo>
                  <a:pt x="4827592" y="1562861"/>
                  <a:pt x="4660900" y="1562100"/>
                  <a:pt x="4495800" y="1574800"/>
                </a:cubicBezTo>
                <a:cubicBezTo>
                  <a:pt x="4199467" y="1629833"/>
                  <a:pt x="3901735" y="1677808"/>
                  <a:pt x="3606800" y="1739900"/>
                </a:cubicBezTo>
                <a:cubicBezTo>
                  <a:pt x="3526367" y="1756833"/>
                  <a:pt x="3444921" y="1769521"/>
                  <a:pt x="3365500" y="1790700"/>
                </a:cubicBezTo>
                <a:cubicBezTo>
                  <a:pt x="3027697" y="1880781"/>
                  <a:pt x="3475042" y="1810665"/>
                  <a:pt x="2984500" y="1905000"/>
                </a:cubicBezTo>
                <a:cubicBezTo>
                  <a:pt x="2874433" y="1926167"/>
                  <a:pt x="2763513" y="1943297"/>
                  <a:pt x="2654300" y="1968500"/>
                </a:cubicBezTo>
                <a:cubicBezTo>
                  <a:pt x="2599267" y="1981200"/>
                  <a:pt x="2545112" y="1998613"/>
                  <a:pt x="2489200" y="2006600"/>
                </a:cubicBezTo>
                <a:cubicBezTo>
                  <a:pt x="2396623" y="2019825"/>
                  <a:pt x="2302933" y="2023533"/>
                  <a:pt x="2209800" y="2032000"/>
                </a:cubicBezTo>
                <a:lnTo>
                  <a:pt x="1219200" y="2019300"/>
                </a:lnTo>
                <a:cubicBezTo>
                  <a:pt x="1142899" y="2017710"/>
                  <a:pt x="1066451" y="2015028"/>
                  <a:pt x="990600" y="2006600"/>
                </a:cubicBezTo>
                <a:cubicBezTo>
                  <a:pt x="951809" y="2002290"/>
                  <a:pt x="914736" y="1987983"/>
                  <a:pt x="876300" y="1981200"/>
                </a:cubicBezTo>
                <a:cubicBezTo>
                  <a:pt x="842689" y="1975269"/>
                  <a:pt x="808567" y="1972733"/>
                  <a:pt x="774700" y="1968500"/>
                </a:cubicBezTo>
                <a:cubicBezTo>
                  <a:pt x="715433" y="1951567"/>
                  <a:pt x="655078" y="1938062"/>
                  <a:pt x="596900" y="1917700"/>
                </a:cubicBezTo>
                <a:cubicBezTo>
                  <a:pt x="570096" y="1908319"/>
                  <a:pt x="544958" y="1894365"/>
                  <a:pt x="520700" y="1879600"/>
                </a:cubicBezTo>
                <a:cubicBezTo>
                  <a:pt x="447479" y="1835031"/>
                  <a:pt x="374124" y="1790317"/>
                  <a:pt x="304800" y="1739900"/>
                </a:cubicBezTo>
                <a:cubicBezTo>
                  <a:pt x="208315" y="1669729"/>
                  <a:pt x="75552" y="1420456"/>
                  <a:pt x="63500" y="1384300"/>
                </a:cubicBezTo>
                <a:cubicBezTo>
                  <a:pt x="12991" y="1232772"/>
                  <a:pt x="135803" y="1607812"/>
                  <a:pt x="25400" y="1193800"/>
                </a:cubicBezTo>
                <a:cubicBezTo>
                  <a:pt x="21467" y="1179052"/>
                  <a:pt x="8467" y="1168400"/>
                  <a:pt x="0" y="1155700"/>
                </a:cubicBezTo>
                <a:cubicBezTo>
                  <a:pt x="4233" y="1104900"/>
                  <a:pt x="5963" y="1053829"/>
                  <a:pt x="12700" y="1003300"/>
                </a:cubicBezTo>
                <a:cubicBezTo>
                  <a:pt x="14469" y="990030"/>
                  <a:pt x="21722" y="978072"/>
                  <a:pt x="25400" y="965200"/>
                </a:cubicBezTo>
                <a:cubicBezTo>
                  <a:pt x="30195" y="948417"/>
                  <a:pt x="33084" y="931118"/>
                  <a:pt x="38100" y="914400"/>
                </a:cubicBezTo>
                <a:cubicBezTo>
                  <a:pt x="64839" y="825271"/>
                  <a:pt x="48683" y="840317"/>
                  <a:pt x="50800" y="825500"/>
                </a:cubicBez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  <a14:imgEffect>
                        <a14:colorTemperature colorTemp="7541"/>
                      </a14:imgEffect>
                      <a14:imgEffect>
                        <a14:saturation sat="80000"/>
                      </a14:imgEffect>
                      <a14:imgEffect>
                        <a14:brightnessContrast contrast="-2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 descr="Hill">
            <a:extLst>
              <a:ext uri="{FF2B5EF4-FFF2-40B4-BE49-F238E27FC236}">
                <a16:creationId xmlns:a16="http://schemas.microsoft.com/office/drawing/2014/main" id="{80CEB393-6853-9390-F1F3-33D699055825}"/>
              </a:ext>
            </a:extLst>
          </p:cNvPr>
          <p:cNvSpPr/>
          <p:nvPr/>
        </p:nvSpPr>
        <p:spPr>
          <a:xfrm>
            <a:off x="4229005" y="4316947"/>
            <a:ext cx="4279995" cy="1828800"/>
          </a:xfrm>
          <a:custGeom>
            <a:avLst/>
            <a:gdLst>
              <a:gd name="csX0" fmla="*/ 2451195 w 4279995"/>
              <a:gd name="csY0" fmla="*/ 1625600 h 1828800"/>
              <a:gd name="csX1" fmla="*/ 2451195 w 4279995"/>
              <a:gd name="csY1" fmla="*/ 1625600 h 1828800"/>
              <a:gd name="csX2" fmla="*/ 2692495 w 4279995"/>
              <a:gd name="csY2" fmla="*/ 1587500 h 1828800"/>
              <a:gd name="csX3" fmla="*/ 2781395 w 4279995"/>
              <a:gd name="csY3" fmla="*/ 1562100 h 1828800"/>
              <a:gd name="csX4" fmla="*/ 2997295 w 4279995"/>
              <a:gd name="csY4" fmla="*/ 1536700 h 1828800"/>
              <a:gd name="csX5" fmla="*/ 3238595 w 4279995"/>
              <a:gd name="csY5" fmla="*/ 1498600 h 1828800"/>
              <a:gd name="csX6" fmla="*/ 3378295 w 4279995"/>
              <a:gd name="csY6" fmla="*/ 1435100 h 1828800"/>
              <a:gd name="csX7" fmla="*/ 3530695 w 4279995"/>
              <a:gd name="csY7" fmla="*/ 1397000 h 1828800"/>
              <a:gd name="csX8" fmla="*/ 3644995 w 4279995"/>
              <a:gd name="csY8" fmla="*/ 1308100 h 1828800"/>
              <a:gd name="csX9" fmla="*/ 3873595 w 4279995"/>
              <a:gd name="csY9" fmla="*/ 1193800 h 1828800"/>
              <a:gd name="csX10" fmla="*/ 3949795 w 4279995"/>
              <a:gd name="csY10" fmla="*/ 1155700 h 1828800"/>
              <a:gd name="csX11" fmla="*/ 4000595 w 4279995"/>
              <a:gd name="csY11" fmla="*/ 1130300 h 1828800"/>
              <a:gd name="csX12" fmla="*/ 4152995 w 4279995"/>
              <a:gd name="csY12" fmla="*/ 1066800 h 1828800"/>
              <a:gd name="csX13" fmla="*/ 4216495 w 4279995"/>
              <a:gd name="csY13" fmla="*/ 990600 h 1828800"/>
              <a:gd name="csX14" fmla="*/ 4254595 w 4279995"/>
              <a:gd name="csY14" fmla="*/ 876300 h 1828800"/>
              <a:gd name="csX15" fmla="*/ 4279995 w 4279995"/>
              <a:gd name="csY15" fmla="*/ 800100 h 1828800"/>
              <a:gd name="csX16" fmla="*/ 4254595 w 4279995"/>
              <a:gd name="csY16" fmla="*/ 558800 h 1828800"/>
              <a:gd name="csX17" fmla="*/ 4165695 w 4279995"/>
              <a:gd name="csY17" fmla="*/ 482600 h 1828800"/>
              <a:gd name="csX18" fmla="*/ 4114895 w 4279995"/>
              <a:gd name="csY18" fmla="*/ 444500 h 1828800"/>
              <a:gd name="csX19" fmla="*/ 4076795 w 4279995"/>
              <a:gd name="csY19" fmla="*/ 419100 h 1828800"/>
              <a:gd name="csX20" fmla="*/ 4025995 w 4279995"/>
              <a:gd name="csY20" fmla="*/ 381000 h 1828800"/>
              <a:gd name="csX21" fmla="*/ 3949795 w 4279995"/>
              <a:gd name="csY21" fmla="*/ 355600 h 1828800"/>
              <a:gd name="csX22" fmla="*/ 3886295 w 4279995"/>
              <a:gd name="csY22" fmla="*/ 317500 h 1828800"/>
              <a:gd name="csX23" fmla="*/ 3810095 w 4279995"/>
              <a:gd name="csY23" fmla="*/ 279400 h 1828800"/>
              <a:gd name="csX24" fmla="*/ 3746595 w 4279995"/>
              <a:gd name="csY24" fmla="*/ 228600 h 1828800"/>
              <a:gd name="csX25" fmla="*/ 3695795 w 4279995"/>
              <a:gd name="csY25" fmla="*/ 203200 h 1828800"/>
              <a:gd name="csX26" fmla="*/ 3657695 w 4279995"/>
              <a:gd name="csY26" fmla="*/ 165100 h 1828800"/>
              <a:gd name="csX27" fmla="*/ 3556095 w 4279995"/>
              <a:gd name="csY27" fmla="*/ 114300 h 1828800"/>
              <a:gd name="csX28" fmla="*/ 3416395 w 4279995"/>
              <a:gd name="csY28" fmla="*/ 38100 h 1828800"/>
              <a:gd name="csX29" fmla="*/ 3098895 w 4279995"/>
              <a:gd name="csY29" fmla="*/ 0 h 1828800"/>
              <a:gd name="csX30" fmla="*/ 2705195 w 4279995"/>
              <a:gd name="csY30" fmla="*/ 12700 h 1828800"/>
              <a:gd name="csX31" fmla="*/ 2654395 w 4279995"/>
              <a:gd name="csY31" fmla="*/ 25400 h 1828800"/>
              <a:gd name="csX32" fmla="*/ 2489295 w 4279995"/>
              <a:gd name="csY32" fmla="*/ 63500 h 1828800"/>
              <a:gd name="csX33" fmla="*/ 2438495 w 4279995"/>
              <a:gd name="csY33" fmla="*/ 88900 h 1828800"/>
              <a:gd name="csX34" fmla="*/ 2362295 w 4279995"/>
              <a:gd name="csY34" fmla="*/ 101600 h 1828800"/>
              <a:gd name="csX35" fmla="*/ 2006695 w 4279995"/>
              <a:gd name="csY35" fmla="*/ 139700 h 1828800"/>
              <a:gd name="csX36" fmla="*/ 1612995 w 4279995"/>
              <a:gd name="csY36" fmla="*/ 127000 h 1828800"/>
              <a:gd name="csX37" fmla="*/ 1549495 w 4279995"/>
              <a:gd name="csY37" fmla="*/ 114300 h 1828800"/>
              <a:gd name="csX38" fmla="*/ 1016095 w 4279995"/>
              <a:gd name="csY38" fmla="*/ 127000 h 1828800"/>
              <a:gd name="csX39" fmla="*/ 939895 w 4279995"/>
              <a:gd name="csY39" fmla="*/ 139700 h 1828800"/>
              <a:gd name="csX40" fmla="*/ 838295 w 4279995"/>
              <a:gd name="csY40" fmla="*/ 165100 h 1828800"/>
              <a:gd name="csX41" fmla="*/ 774795 w 4279995"/>
              <a:gd name="csY41" fmla="*/ 177800 h 1828800"/>
              <a:gd name="csX42" fmla="*/ 723995 w 4279995"/>
              <a:gd name="csY42" fmla="*/ 203200 h 1828800"/>
              <a:gd name="csX43" fmla="*/ 685895 w 4279995"/>
              <a:gd name="csY43" fmla="*/ 228600 h 1828800"/>
              <a:gd name="csX44" fmla="*/ 482695 w 4279995"/>
              <a:gd name="csY44" fmla="*/ 292100 h 1828800"/>
              <a:gd name="csX45" fmla="*/ 431895 w 4279995"/>
              <a:gd name="csY45" fmla="*/ 304800 h 1828800"/>
              <a:gd name="csX46" fmla="*/ 317595 w 4279995"/>
              <a:gd name="csY46" fmla="*/ 342900 h 1828800"/>
              <a:gd name="csX47" fmla="*/ 266795 w 4279995"/>
              <a:gd name="csY47" fmla="*/ 381000 h 1828800"/>
              <a:gd name="csX48" fmla="*/ 228695 w 4279995"/>
              <a:gd name="csY48" fmla="*/ 393700 h 1828800"/>
              <a:gd name="csX49" fmla="*/ 139795 w 4279995"/>
              <a:gd name="csY49" fmla="*/ 457200 h 1828800"/>
              <a:gd name="csX50" fmla="*/ 101695 w 4279995"/>
              <a:gd name="csY50" fmla="*/ 495300 h 1828800"/>
              <a:gd name="csX51" fmla="*/ 38195 w 4279995"/>
              <a:gd name="csY51" fmla="*/ 520700 h 1828800"/>
              <a:gd name="csX52" fmla="*/ 95 w 4279995"/>
              <a:gd name="csY52" fmla="*/ 571500 h 1828800"/>
              <a:gd name="csX53" fmla="*/ 76295 w 4279995"/>
              <a:gd name="csY53" fmla="*/ 939800 h 1828800"/>
              <a:gd name="csX54" fmla="*/ 177895 w 4279995"/>
              <a:gd name="csY54" fmla="*/ 1016000 h 1828800"/>
              <a:gd name="csX55" fmla="*/ 241395 w 4279995"/>
              <a:gd name="csY55" fmla="*/ 1066800 h 1828800"/>
              <a:gd name="csX56" fmla="*/ 304895 w 4279995"/>
              <a:gd name="csY56" fmla="*/ 1117600 h 1828800"/>
              <a:gd name="csX57" fmla="*/ 342995 w 4279995"/>
              <a:gd name="csY57" fmla="*/ 1143000 h 1828800"/>
              <a:gd name="csX58" fmla="*/ 419195 w 4279995"/>
              <a:gd name="csY58" fmla="*/ 1231900 h 1828800"/>
              <a:gd name="csX59" fmla="*/ 495395 w 4279995"/>
              <a:gd name="csY59" fmla="*/ 1333500 h 1828800"/>
              <a:gd name="csX60" fmla="*/ 762095 w 4279995"/>
              <a:gd name="csY60" fmla="*/ 1574800 h 1828800"/>
              <a:gd name="csX61" fmla="*/ 965295 w 4279995"/>
              <a:gd name="csY61" fmla="*/ 1638300 h 1828800"/>
              <a:gd name="csX62" fmla="*/ 1422495 w 4279995"/>
              <a:gd name="csY62" fmla="*/ 1739900 h 1828800"/>
              <a:gd name="csX63" fmla="*/ 1511395 w 4279995"/>
              <a:gd name="csY63" fmla="*/ 1752600 h 1828800"/>
              <a:gd name="csX64" fmla="*/ 1968595 w 4279995"/>
              <a:gd name="csY64" fmla="*/ 1828800 h 1828800"/>
              <a:gd name="csX65" fmla="*/ 2057495 w 4279995"/>
              <a:gd name="csY65" fmla="*/ 1790700 h 1828800"/>
              <a:gd name="csX66" fmla="*/ 2209895 w 4279995"/>
              <a:gd name="csY66" fmla="*/ 1752600 h 1828800"/>
              <a:gd name="csX67" fmla="*/ 2273395 w 4279995"/>
              <a:gd name="csY67" fmla="*/ 1701800 h 1828800"/>
              <a:gd name="csX68" fmla="*/ 2400395 w 4279995"/>
              <a:gd name="csY68" fmla="*/ 1676400 h 1828800"/>
              <a:gd name="csX69" fmla="*/ 2451195 w 4279995"/>
              <a:gd name="csY69" fmla="*/ 1663700 h 1828800"/>
              <a:gd name="csX70" fmla="*/ 2451195 w 4279995"/>
              <a:gd name="csY70" fmla="*/ 1625600 h 1828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</a:cxnLst>
            <a:rect l="l" t="t" r="r" b="b"/>
            <a:pathLst>
              <a:path w="4279995" h="1828800">
                <a:moveTo>
                  <a:pt x="2451195" y="1625600"/>
                </a:moveTo>
                <a:lnTo>
                  <a:pt x="2451195" y="1625600"/>
                </a:lnTo>
                <a:cubicBezTo>
                  <a:pt x="2531628" y="1612900"/>
                  <a:pt x="2612530" y="1602878"/>
                  <a:pt x="2692495" y="1587500"/>
                </a:cubicBezTo>
                <a:cubicBezTo>
                  <a:pt x="2722760" y="1581680"/>
                  <a:pt x="2750995" y="1567167"/>
                  <a:pt x="2781395" y="1562100"/>
                </a:cubicBezTo>
                <a:cubicBezTo>
                  <a:pt x="2852872" y="1550187"/>
                  <a:pt x="2925521" y="1546669"/>
                  <a:pt x="2997295" y="1536700"/>
                </a:cubicBezTo>
                <a:cubicBezTo>
                  <a:pt x="3077951" y="1525498"/>
                  <a:pt x="3158162" y="1511300"/>
                  <a:pt x="3238595" y="1498600"/>
                </a:cubicBezTo>
                <a:cubicBezTo>
                  <a:pt x="3285162" y="1477433"/>
                  <a:pt x="3329983" y="1451904"/>
                  <a:pt x="3378295" y="1435100"/>
                </a:cubicBezTo>
                <a:cubicBezTo>
                  <a:pt x="3427752" y="1417898"/>
                  <a:pt x="3483418" y="1419513"/>
                  <a:pt x="3530695" y="1397000"/>
                </a:cubicBezTo>
                <a:cubicBezTo>
                  <a:pt x="3574274" y="1376248"/>
                  <a:pt x="3603471" y="1332707"/>
                  <a:pt x="3644995" y="1308100"/>
                </a:cubicBezTo>
                <a:cubicBezTo>
                  <a:pt x="3718287" y="1264668"/>
                  <a:pt x="3797395" y="1231900"/>
                  <a:pt x="3873595" y="1193800"/>
                </a:cubicBezTo>
                <a:lnTo>
                  <a:pt x="3949795" y="1155700"/>
                </a:lnTo>
                <a:cubicBezTo>
                  <a:pt x="3966728" y="1147233"/>
                  <a:pt x="3983119" y="1137582"/>
                  <a:pt x="4000595" y="1130300"/>
                </a:cubicBezTo>
                <a:lnTo>
                  <a:pt x="4152995" y="1066800"/>
                </a:lnTo>
                <a:cubicBezTo>
                  <a:pt x="4174162" y="1041400"/>
                  <a:pt x="4197534" y="1017687"/>
                  <a:pt x="4216495" y="990600"/>
                </a:cubicBezTo>
                <a:cubicBezTo>
                  <a:pt x="4251174" y="941058"/>
                  <a:pt x="4238609" y="934917"/>
                  <a:pt x="4254595" y="876300"/>
                </a:cubicBezTo>
                <a:cubicBezTo>
                  <a:pt x="4261640" y="850469"/>
                  <a:pt x="4271528" y="825500"/>
                  <a:pt x="4279995" y="800100"/>
                </a:cubicBezTo>
                <a:cubicBezTo>
                  <a:pt x="4271528" y="719667"/>
                  <a:pt x="4275010" y="637059"/>
                  <a:pt x="4254595" y="558800"/>
                </a:cubicBezTo>
                <a:cubicBezTo>
                  <a:pt x="4247563" y="531844"/>
                  <a:pt x="4188944" y="499207"/>
                  <a:pt x="4165695" y="482600"/>
                </a:cubicBezTo>
                <a:cubicBezTo>
                  <a:pt x="4148471" y="470297"/>
                  <a:pt x="4132119" y="456803"/>
                  <a:pt x="4114895" y="444500"/>
                </a:cubicBezTo>
                <a:cubicBezTo>
                  <a:pt x="4102475" y="435628"/>
                  <a:pt x="4089215" y="427972"/>
                  <a:pt x="4076795" y="419100"/>
                </a:cubicBezTo>
                <a:cubicBezTo>
                  <a:pt x="4059571" y="406797"/>
                  <a:pt x="4044927" y="390466"/>
                  <a:pt x="4025995" y="381000"/>
                </a:cubicBezTo>
                <a:cubicBezTo>
                  <a:pt x="4002048" y="369026"/>
                  <a:pt x="3974169" y="366679"/>
                  <a:pt x="3949795" y="355600"/>
                </a:cubicBezTo>
                <a:cubicBezTo>
                  <a:pt x="3927323" y="345386"/>
                  <a:pt x="3908373" y="328539"/>
                  <a:pt x="3886295" y="317500"/>
                </a:cubicBezTo>
                <a:cubicBezTo>
                  <a:pt x="3813056" y="280881"/>
                  <a:pt x="3882888" y="333995"/>
                  <a:pt x="3810095" y="279400"/>
                </a:cubicBezTo>
                <a:cubicBezTo>
                  <a:pt x="3788410" y="263136"/>
                  <a:pt x="3769149" y="243636"/>
                  <a:pt x="3746595" y="228600"/>
                </a:cubicBezTo>
                <a:cubicBezTo>
                  <a:pt x="3730843" y="218098"/>
                  <a:pt x="3711201" y="214204"/>
                  <a:pt x="3695795" y="203200"/>
                </a:cubicBezTo>
                <a:cubicBezTo>
                  <a:pt x="3681180" y="192761"/>
                  <a:pt x="3672848" y="174743"/>
                  <a:pt x="3657695" y="165100"/>
                </a:cubicBezTo>
                <a:cubicBezTo>
                  <a:pt x="3625751" y="144772"/>
                  <a:pt x="3588970" y="133086"/>
                  <a:pt x="3556095" y="114300"/>
                </a:cubicBezTo>
                <a:cubicBezTo>
                  <a:pt x="3546973" y="109087"/>
                  <a:pt x="3444351" y="48266"/>
                  <a:pt x="3416395" y="38100"/>
                </a:cubicBezTo>
                <a:cubicBezTo>
                  <a:pt x="3295159" y="-5986"/>
                  <a:pt x="3256626" y="8763"/>
                  <a:pt x="3098895" y="0"/>
                </a:cubicBezTo>
                <a:cubicBezTo>
                  <a:pt x="2967662" y="4233"/>
                  <a:pt x="2836283" y="5209"/>
                  <a:pt x="2705195" y="12700"/>
                </a:cubicBezTo>
                <a:cubicBezTo>
                  <a:pt x="2687769" y="13696"/>
                  <a:pt x="2671434" y="21614"/>
                  <a:pt x="2654395" y="25400"/>
                </a:cubicBezTo>
                <a:cubicBezTo>
                  <a:pt x="2593948" y="38833"/>
                  <a:pt x="2551541" y="42751"/>
                  <a:pt x="2489295" y="63500"/>
                </a:cubicBezTo>
                <a:cubicBezTo>
                  <a:pt x="2471334" y="69487"/>
                  <a:pt x="2456629" y="83460"/>
                  <a:pt x="2438495" y="88900"/>
                </a:cubicBezTo>
                <a:cubicBezTo>
                  <a:pt x="2413831" y="96299"/>
                  <a:pt x="2387386" y="95810"/>
                  <a:pt x="2362295" y="101600"/>
                </a:cubicBezTo>
                <a:cubicBezTo>
                  <a:pt x="2135476" y="153943"/>
                  <a:pt x="2455337" y="118336"/>
                  <a:pt x="2006695" y="139700"/>
                </a:cubicBezTo>
                <a:cubicBezTo>
                  <a:pt x="1875462" y="135467"/>
                  <a:pt x="1744094" y="134283"/>
                  <a:pt x="1612995" y="127000"/>
                </a:cubicBezTo>
                <a:cubicBezTo>
                  <a:pt x="1591442" y="125803"/>
                  <a:pt x="1571081" y="114300"/>
                  <a:pt x="1549495" y="114300"/>
                </a:cubicBezTo>
                <a:cubicBezTo>
                  <a:pt x="1371645" y="114300"/>
                  <a:pt x="1193895" y="122767"/>
                  <a:pt x="1016095" y="127000"/>
                </a:cubicBezTo>
                <a:cubicBezTo>
                  <a:pt x="990695" y="131233"/>
                  <a:pt x="965074" y="134305"/>
                  <a:pt x="939895" y="139700"/>
                </a:cubicBezTo>
                <a:cubicBezTo>
                  <a:pt x="905761" y="147014"/>
                  <a:pt x="872310" y="157250"/>
                  <a:pt x="838295" y="165100"/>
                </a:cubicBezTo>
                <a:cubicBezTo>
                  <a:pt x="817262" y="169954"/>
                  <a:pt x="795962" y="173567"/>
                  <a:pt x="774795" y="177800"/>
                </a:cubicBezTo>
                <a:cubicBezTo>
                  <a:pt x="757862" y="186267"/>
                  <a:pt x="740433" y="193807"/>
                  <a:pt x="723995" y="203200"/>
                </a:cubicBezTo>
                <a:cubicBezTo>
                  <a:pt x="710743" y="210773"/>
                  <a:pt x="699984" y="222729"/>
                  <a:pt x="685895" y="228600"/>
                </a:cubicBezTo>
                <a:cubicBezTo>
                  <a:pt x="640451" y="247535"/>
                  <a:pt x="534935" y="277853"/>
                  <a:pt x="482695" y="292100"/>
                </a:cubicBezTo>
                <a:cubicBezTo>
                  <a:pt x="465856" y="296693"/>
                  <a:pt x="448578" y="299667"/>
                  <a:pt x="431895" y="304800"/>
                </a:cubicBezTo>
                <a:cubicBezTo>
                  <a:pt x="393510" y="316611"/>
                  <a:pt x="317595" y="342900"/>
                  <a:pt x="317595" y="342900"/>
                </a:cubicBezTo>
                <a:cubicBezTo>
                  <a:pt x="300662" y="355600"/>
                  <a:pt x="285173" y="370498"/>
                  <a:pt x="266795" y="381000"/>
                </a:cubicBezTo>
                <a:cubicBezTo>
                  <a:pt x="255172" y="387642"/>
                  <a:pt x="240174" y="386812"/>
                  <a:pt x="228695" y="393700"/>
                </a:cubicBezTo>
                <a:cubicBezTo>
                  <a:pt x="197468" y="412436"/>
                  <a:pt x="168232" y="434451"/>
                  <a:pt x="139795" y="457200"/>
                </a:cubicBezTo>
                <a:cubicBezTo>
                  <a:pt x="125770" y="468420"/>
                  <a:pt x="116925" y="485781"/>
                  <a:pt x="101695" y="495300"/>
                </a:cubicBezTo>
                <a:cubicBezTo>
                  <a:pt x="82363" y="507382"/>
                  <a:pt x="59362" y="512233"/>
                  <a:pt x="38195" y="520700"/>
                </a:cubicBezTo>
                <a:cubicBezTo>
                  <a:pt x="25495" y="537633"/>
                  <a:pt x="-1821" y="550420"/>
                  <a:pt x="95" y="571500"/>
                </a:cubicBezTo>
                <a:cubicBezTo>
                  <a:pt x="11445" y="696352"/>
                  <a:pt x="29735" y="823400"/>
                  <a:pt x="76295" y="939800"/>
                </a:cubicBezTo>
                <a:cubicBezTo>
                  <a:pt x="92017" y="979106"/>
                  <a:pt x="144341" y="990189"/>
                  <a:pt x="177895" y="1016000"/>
                </a:cubicBezTo>
                <a:cubicBezTo>
                  <a:pt x="199380" y="1032527"/>
                  <a:pt x="220228" y="1049867"/>
                  <a:pt x="241395" y="1066800"/>
                </a:cubicBezTo>
                <a:cubicBezTo>
                  <a:pt x="262562" y="1083733"/>
                  <a:pt x="282341" y="1102564"/>
                  <a:pt x="304895" y="1117600"/>
                </a:cubicBezTo>
                <a:lnTo>
                  <a:pt x="342995" y="1143000"/>
                </a:lnTo>
                <a:cubicBezTo>
                  <a:pt x="407851" y="1240283"/>
                  <a:pt x="316540" y="1108714"/>
                  <a:pt x="419195" y="1231900"/>
                </a:cubicBezTo>
                <a:cubicBezTo>
                  <a:pt x="446296" y="1264421"/>
                  <a:pt x="469995" y="1299633"/>
                  <a:pt x="495395" y="1333500"/>
                </a:cubicBezTo>
                <a:cubicBezTo>
                  <a:pt x="569633" y="1432484"/>
                  <a:pt x="626777" y="1516807"/>
                  <a:pt x="762095" y="1574800"/>
                </a:cubicBezTo>
                <a:cubicBezTo>
                  <a:pt x="898221" y="1633140"/>
                  <a:pt x="805780" y="1600016"/>
                  <a:pt x="965295" y="1638300"/>
                </a:cubicBezTo>
                <a:cubicBezTo>
                  <a:pt x="1234140" y="1702823"/>
                  <a:pt x="1122442" y="1684335"/>
                  <a:pt x="1422495" y="1739900"/>
                </a:cubicBezTo>
                <a:cubicBezTo>
                  <a:pt x="1451929" y="1745351"/>
                  <a:pt x="1481850" y="1747790"/>
                  <a:pt x="1511395" y="1752600"/>
                </a:cubicBezTo>
                <a:lnTo>
                  <a:pt x="1968595" y="1828800"/>
                </a:lnTo>
                <a:cubicBezTo>
                  <a:pt x="1998228" y="1816100"/>
                  <a:pt x="2026751" y="1800409"/>
                  <a:pt x="2057495" y="1790700"/>
                </a:cubicBezTo>
                <a:cubicBezTo>
                  <a:pt x="2107428" y="1774932"/>
                  <a:pt x="2209895" y="1752600"/>
                  <a:pt x="2209895" y="1752600"/>
                </a:cubicBezTo>
                <a:cubicBezTo>
                  <a:pt x="2231062" y="1735667"/>
                  <a:pt x="2248227" y="1711867"/>
                  <a:pt x="2273395" y="1701800"/>
                </a:cubicBezTo>
                <a:cubicBezTo>
                  <a:pt x="2313479" y="1685766"/>
                  <a:pt x="2358182" y="1685446"/>
                  <a:pt x="2400395" y="1676400"/>
                </a:cubicBezTo>
                <a:cubicBezTo>
                  <a:pt x="2417462" y="1672743"/>
                  <a:pt x="2435583" y="1671506"/>
                  <a:pt x="2451195" y="1663700"/>
                </a:cubicBezTo>
                <a:cubicBezTo>
                  <a:pt x="2461905" y="1658345"/>
                  <a:pt x="2451195" y="1631950"/>
                  <a:pt x="2451195" y="1625600"/>
                </a:cubicBez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100000"/>
                      </a14:imgEffect>
                      <a14:imgEffect>
                        <a14:colorTemperature colorTemp="7541"/>
                      </a14:imgEffect>
                      <a14:imgEffect>
                        <a14:saturation sat="80000"/>
                      </a14:imgEffect>
                      <a14:imgEffect>
                        <a14:brightnessContrast contrast="-2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scene3d>
            <a:camera prst="orthographicFront"/>
            <a:lightRig rig="threePt" dir="t"/>
          </a:scene3d>
          <a:sp3d>
            <a:bevelT w="254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 descr="Build Up Area">
            <a:extLst>
              <a:ext uri="{FF2B5EF4-FFF2-40B4-BE49-F238E27FC236}">
                <a16:creationId xmlns:a16="http://schemas.microsoft.com/office/drawing/2014/main" id="{3136BB04-1291-0359-27AB-B0B099E5EAD1}"/>
              </a:ext>
            </a:extLst>
          </p:cNvPr>
          <p:cNvSpPr/>
          <p:nvPr/>
        </p:nvSpPr>
        <p:spPr>
          <a:xfrm>
            <a:off x="5105400" y="4686300"/>
            <a:ext cx="2082800" cy="482600"/>
          </a:xfrm>
          <a:custGeom>
            <a:avLst/>
            <a:gdLst>
              <a:gd name="csX0" fmla="*/ 0 w 2082800"/>
              <a:gd name="csY0" fmla="*/ 304800 h 482600"/>
              <a:gd name="csX1" fmla="*/ 254000 w 2082800"/>
              <a:gd name="csY1" fmla="*/ 88900 h 482600"/>
              <a:gd name="csX2" fmla="*/ 965200 w 2082800"/>
              <a:gd name="csY2" fmla="*/ 76200 h 482600"/>
              <a:gd name="csX3" fmla="*/ 1460500 w 2082800"/>
              <a:gd name="csY3" fmla="*/ 63500 h 482600"/>
              <a:gd name="csX4" fmla="*/ 1765300 w 2082800"/>
              <a:gd name="csY4" fmla="*/ 0 h 482600"/>
              <a:gd name="csX5" fmla="*/ 2082800 w 2082800"/>
              <a:gd name="csY5" fmla="*/ 50800 h 482600"/>
              <a:gd name="csX6" fmla="*/ 1955800 w 2082800"/>
              <a:gd name="csY6" fmla="*/ 444500 h 482600"/>
              <a:gd name="csX7" fmla="*/ 0 w 2082800"/>
              <a:gd name="csY7" fmla="*/ 482600 h 482600"/>
              <a:gd name="csX8" fmla="*/ 0 w 2082800"/>
              <a:gd name="csY8" fmla="*/ 304800 h 482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82800" h="482600">
                <a:moveTo>
                  <a:pt x="0" y="304800"/>
                </a:moveTo>
                <a:lnTo>
                  <a:pt x="254000" y="88900"/>
                </a:lnTo>
                <a:lnTo>
                  <a:pt x="965200" y="76200"/>
                </a:lnTo>
                <a:lnTo>
                  <a:pt x="1460500" y="63500"/>
                </a:lnTo>
                <a:lnTo>
                  <a:pt x="1765300" y="0"/>
                </a:lnTo>
                <a:lnTo>
                  <a:pt x="2082800" y="50800"/>
                </a:lnTo>
                <a:lnTo>
                  <a:pt x="1955800" y="444500"/>
                </a:lnTo>
                <a:lnTo>
                  <a:pt x="0" y="482600"/>
                </a:lnTo>
                <a:lnTo>
                  <a:pt x="0" y="304800"/>
                </a:lnTo>
                <a:close/>
              </a:path>
            </a:pathLst>
          </a:custGeom>
          <a:solidFill>
            <a:srgbClr val="74747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260BB-59C9-848E-4CCC-9C44E6FCD4B0}"/>
              </a:ext>
            </a:extLst>
          </p:cNvPr>
          <p:cNvSpPr/>
          <p:nvPr/>
        </p:nvSpPr>
        <p:spPr>
          <a:xfrm rot="10800000">
            <a:off x="6952593" y="4781066"/>
            <a:ext cx="56279" cy="56423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B37915-0641-66F6-DF18-D3E49997F9AB}"/>
              </a:ext>
            </a:extLst>
          </p:cNvPr>
          <p:cNvSpPr/>
          <p:nvPr/>
        </p:nvSpPr>
        <p:spPr>
          <a:xfrm rot="11353846">
            <a:off x="6714942" y="4757783"/>
            <a:ext cx="102092" cy="62200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F0CF72-6BA9-6D0D-2A5B-0040D32E82A9}"/>
              </a:ext>
            </a:extLst>
          </p:cNvPr>
          <p:cNvSpPr/>
          <p:nvPr/>
        </p:nvSpPr>
        <p:spPr>
          <a:xfrm rot="11456844">
            <a:off x="6829983" y="4775634"/>
            <a:ext cx="53153" cy="65362"/>
          </a:xfrm>
          <a:prstGeom prst="rect">
            <a:avLst/>
          </a:prstGeom>
          <a:solidFill>
            <a:srgbClr val="546082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2571D1-D7C6-4262-DA99-C782EFC36B19}"/>
              </a:ext>
            </a:extLst>
          </p:cNvPr>
          <p:cNvSpPr/>
          <p:nvPr/>
        </p:nvSpPr>
        <p:spPr>
          <a:xfrm rot="11456844">
            <a:off x="7047491" y="4808225"/>
            <a:ext cx="53153" cy="65362"/>
          </a:xfrm>
          <a:prstGeom prst="rect">
            <a:avLst/>
          </a:prstGeom>
          <a:solidFill>
            <a:srgbClr val="546082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B2D63C-D688-17CA-6751-411681BC503D}"/>
              </a:ext>
            </a:extLst>
          </p:cNvPr>
          <p:cNvSpPr/>
          <p:nvPr/>
        </p:nvSpPr>
        <p:spPr>
          <a:xfrm rot="6543583">
            <a:off x="5466766" y="4806641"/>
            <a:ext cx="45719" cy="45719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71289F-8B97-A51B-728E-E133BB0CC9F7}"/>
              </a:ext>
            </a:extLst>
          </p:cNvPr>
          <p:cNvSpPr/>
          <p:nvPr/>
        </p:nvSpPr>
        <p:spPr>
          <a:xfrm rot="11120633">
            <a:off x="5462514" y="4875676"/>
            <a:ext cx="78561" cy="45719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282BA8-5D87-CBD1-5700-776DB82BBFDD}"/>
              </a:ext>
            </a:extLst>
          </p:cNvPr>
          <p:cNvSpPr/>
          <p:nvPr/>
        </p:nvSpPr>
        <p:spPr>
          <a:xfrm rot="11120633">
            <a:off x="5362169" y="4826853"/>
            <a:ext cx="82840" cy="63440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366C85-0AEB-473C-6AD2-9CE7727610A6}"/>
              </a:ext>
            </a:extLst>
          </p:cNvPr>
          <p:cNvSpPr/>
          <p:nvPr/>
        </p:nvSpPr>
        <p:spPr>
          <a:xfrm rot="11695051">
            <a:off x="6376731" y="4925237"/>
            <a:ext cx="82840" cy="63440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49F51A-4F12-ADFC-16E9-90E31FE87FBA}"/>
              </a:ext>
            </a:extLst>
          </p:cNvPr>
          <p:cNvSpPr/>
          <p:nvPr/>
        </p:nvSpPr>
        <p:spPr>
          <a:xfrm rot="11695051">
            <a:off x="6474721" y="4940989"/>
            <a:ext cx="56279" cy="56423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2FB219-9EAF-3281-7556-651B767A7220}"/>
              </a:ext>
            </a:extLst>
          </p:cNvPr>
          <p:cNvSpPr/>
          <p:nvPr/>
        </p:nvSpPr>
        <p:spPr>
          <a:xfrm rot="11695051">
            <a:off x="6419241" y="4841637"/>
            <a:ext cx="56279" cy="56423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8ACFC8-AA82-BF39-6805-4F4BE18B78FE}"/>
              </a:ext>
            </a:extLst>
          </p:cNvPr>
          <p:cNvSpPr/>
          <p:nvPr/>
        </p:nvSpPr>
        <p:spPr>
          <a:xfrm rot="16200000">
            <a:off x="6574985" y="4845845"/>
            <a:ext cx="112702" cy="45719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0FA0CA0-420F-428F-47C4-FB9EE50082E8}"/>
              </a:ext>
            </a:extLst>
          </p:cNvPr>
          <p:cNvSpPr/>
          <p:nvPr/>
        </p:nvSpPr>
        <p:spPr>
          <a:xfrm rot="11534090" flipV="1">
            <a:off x="6497318" y="4760880"/>
            <a:ext cx="53761" cy="159012"/>
          </a:xfrm>
          <a:prstGeom prst="rect">
            <a:avLst/>
          </a:prstGeom>
          <a:solidFill>
            <a:srgbClr val="546082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4F1064-FA63-B8EC-F88B-90E38BC79BA9}"/>
              </a:ext>
            </a:extLst>
          </p:cNvPr>
          <p:cNvSpPr/>
          <p:nvPr/>
        </p:nvSpPr>
        <p:spPr>
          <a:xfrm rot="11695051">
            <a:off x="5717477" y="4822762"/>
            <a:ext cx="56279" cy="56423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FC1D7E2-1126-4F14-6344-5E62D5460C1D}"/>
              </a:ext>
            </a:extLst>
          </p:cNvPr>
          <p:cNvSpPr/>
          <p:nvPr/>
        </p:nvSpPr>
        <p:spPr>
          <a:xfrm rot="11456844">
            <a:off x="5651828" y="4815894"/>
            <a:ext cx="45719" cy="45719"/>
          </a:xfrm>
          <a:prstGeom prst="rect">
            <a:avLst/>
          </a:prstGeom>
          <a:solidFill>
            <a:srgbClr val="546082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D8493C-298E-F584-8B31-042AD3F1D02B}"/>
              </a:ext>
            </a:extLst>
          </p:cNvPr>
          <p:cNvSpPr/>
          <p:nvPr/>
        </p:nvSpPr>
        <p:spPr>
          <a:xfrm rot="16200000">
            <a:off x="6086300" y="4819039"/>
            <a:ext cx="82840" cy="63440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49C105-F895-BC99-1757-3AE42EE0946D}"/>
              </a:ext>
            </a:extLst>
          </p:cNvPr>
          <p:cNvSpPr/>
          <p:nvPr/>
        </p:nvSpPr>
        <p:spPr>
          <a:xfrm rot="11120633">
            <a:off x="6193198" y="4846514"/>
            <a:ext cx="56807" cy="86309"/>
          </a:xfrm>
          <a:prstGeom prst="rect">
            <a:avLst/>
          </a:prstGeom>
          <a:solidFill>
            <a:srgbClr val="C04F15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D974BF-EBDD-F234-227B-8B8F6D0ABBDB}"/>
              </a:ext>
            </a:extLst>
          </p:cNvPr>
          <p:cNvSpPr/>
          <p:nvPr/>
        </p:nvSpPr>
        <p:spPr>
          <a:xfrm rot="11456844">
            <a:off x="5872955" y="4792014"/>
            <a:ext cx="53153" cy="65362"/>
          </a:xfrm>
          <a:prstGeom prst="rect">
            <a:avLst/>
          </a:prstGeom>
          <a:solidFill>
            <a:srgbClr val="546082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88614F-15A1-A802-CFC2-C368544982F4}"/>
              </a:ext>
            </a:extLst>
          </p:cNvPr>
          <p:cNvSpPr/>
          <p:nvPr/>
        </p:nvSpPr>
        <p:spPr>
          <a:xfrm rot="10800000">
            <a:off x="5946567" y="4805661"/>
            <a:ext cx="112156" cy="60304"/>
          </a:xfrm>
          <a:prstGeom prst="rect">
            <a:avLst/>
          </a:prstGeom>
          <a:solidFill>
            <a:srgbClr val="546082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Rectangle 48" descr="Vineyards">
            <a:extLst>
              <a:ext uri="{FF2B5EF4-FFF2-40B4-BE49-F238E27FC236}">
                <a16:creationId xmlns:a16="http://schemas.microsoft.com/office/drawing/2014/main" id="{050F8281-2A1F-D072-A480-58101A0C32CB}"/>
              </a:ext>
            </a:extLst>
          </p:cNvPr>
          <p:cNvSpPr/>
          <p:nvPr/>
        </p:nvSpPr>
        <p:spPr>
          <a:xfrm rot="20807242">
            <a:off x="4720779" y="4121145"/>
            <a:ext cx="1217378" cy="607704"/>
          </a:xfrm>
          <a:prstGeom prst="rect">
            <a:avLst/>
          </a:pr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 descr="Vineyards">
            <a:extLst>
              <a:ext uri="{FF2B5EF4-FFF2-40B4-BE49-F238E27FC236}">
                <a16:creationId xmlns:a16="http://schemas.microsoft.com/office/drawing/2014/main" id="{71236905-674A-3DA9-3CF7-04C5D74D37EB}"/>
              </a:ext>
            </a:extLst>
          </p:cNvPr>
          <p:cNvSpPr/>
          <p:nvPr/>
        </p:nvSpPr>
        <p:spPr>
          <a:xfrm rot="334188">
            <a:off x="7360440" y="4195264"/>
            <a:ext cx="971682" cy="762449"/>
          </a:xfrm>
          <a:prstGeom prst="rect">
            <a:avLst/>
          </a:pr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 descr="Vineyards">
            <a:extLst>
              <a:ext uri="{FF2B5EF4-FFF2-40B4-BE49-F238E27FC236}">
                <a16:creationId xmlns:a16="http://schemas.microsoft.com/office/drawing/2014/main" id="{F9ABA4B7-57CB-E72F-5BD5-D17AE3A95640}"/>
              </a:ext>
            </a:extLst>
          </p:cNvPr>
          <p:cNvSpPr/>
          <p:nvPr/>
        </p:nvSpPr>
        <p:spPr>
          <a:xfrm>
            <a:off x="8340253" y="3916736"/>
            <a:ext cx="628629" cy="553754"/>
          </a:xfrm>
          <a:prstGeom prst="rect">
            <a:avLst/>
          </a:pr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Freeform: Shape 54" descr="ditch/stream">
            <a:extLst>
              <a:ext uri="{FF2B5EF4-FFF2-40B4-BE49-F238E27FC236}">
                <a16:creationId xmlns:a16="http://schemas.microsoft.com/office/drawing/2014/main" id="{F6D4F632-9F34-2FEC-0A68-97D4DCC18309}"/>
              </a:ext>
            </a:extLst>
          </p:cNvPr>
          <p:cNvSpPr/>
          <p:nvPr/>
        </p:nvSpPr>
        <p:spPr>
          <a:xfrm>
            <a:off x="3390900" y="3394405"/>
            <a:ext cx="5924550" cy="742950"/>
          </a:xfrm>
          <a:custGeom>
            <a:avLst/>
            <a:gdLst>
              <a:gd name="csX0" fmla="*/ 0 w 5924550"/>
              <a:gd name="csY0" fmla="*/ 742950 h 742950"/>
              <a:gd name="csX1" fmla="*/ 355600 w 5924550"/>
              <a:gd name="csY1" fmla="*/ 698500 h 742950"/>
              <a:gd name="csX2" fmla="*/ 565150 w 5924550"/>
              <a:gd name="csY2" fmla="*/ 635000 h 742950"/>
              <a:gd name="csX3" fmla="*/ 679450 w 5924550"/>
              <a:gd name="csY3" fmla="*/ 495300 h 742950"/>
              <a:gd name="csX4" fmla="*/ 977900 w 5924550"/>
              <a:gd name="csY4" fmla="*/ 336550 h 742950"/>
              <a:gd name="csX5" fmla="*/ 1308100 w 5924550"/>
              <a:gd name="csY5" fmla="*/ 241300 h 742950"/>
              <a:gd name="csX6" fmla="*/ 1511300 w 5924550"/>
              <a:gd name="csY6" fmla="*/ 114300 h 742950"/>
              <a:gd name="csX7" fmla="*/ 2038350 w 5924550"/>
              <a:gd name="csY7" fmla="*/ 38100 h 742950"/>
              <a:gd name="csX8" fmla="*/ 2406650 w 5924550"/>
              <a:gd name="csY8" fmla="*/ 38100 h 742950"/>
              <a:gd name="csX9" fmla="*/ 2901950 w 5924550"/>
              <a:gd name="csY9" fmla="*/ 44450 h 742950"/>
              <a:gd name="csX10" fmla="*/ 3130550 w 5924550"/>
              <a:gd name="csY10" fmla="*/ 120650 h 742950"/>
              <a:gd name="csX11" fmla="*/ 3321050 w 5924550"/>
              <a:gd name="csY11" fmla="*/ 82550 h 742950"/>
              <a:gd name="csX12" fmla="*/ 3530600 w 5924550"/>
              <a:gd name="csY12" fmla="*/ 50800 h 742950"/>
              <a:gd name="csX13" fmla="*/ 3600450 w 5924550"/>
              <a:gd name="csY13" fmla="*/ 50800 h 742950"/>
              <a:gd name="csX14" fmla="*/ 3962400 w 5924550"/>
              <a:gd name="csY14" fmla="*/ 63500 h 742950"/>
              <a:gd name="csX15" fmla="*/ 4216400 w 5924550"/>
              <a:gd name="csY15" fmla="*/ 127000 h 742950"/>
              <a:gd name="csX16" fmla="*/ 4495800 w 5924550"/>
              <a:gd name="csY16" fmla="*/ 127000 h 742950"/>
              <a:gd name="csX17" fmla="*/ 4584700 w 5924550"/>
              <a:gd name="csY17" fmla="*/ 107950 h 742950"/>
              <a:gd name="csX18" fmla="*/ 4686300 w 5924550"/>
              <a:gd name="csY18" fmla="*/ 152400 h 742950"/>
              <a:gd name="csX19" fmla="*/ 4978400 w 5924550"/>
              <a:gd name="csY19" fmla="*/ 298450 h 742950"/>
              <a:gd name="csX20" fmla="*/ 5048250 w 5924550"/>
              <a:gd name="csY20" fmla="*/ 336550 h 742950"/>
              <a:gd name="csX21" fmla="*/ 5295900 w 5924550"/>
              <a:gd name="csY21" fmla="*/ 361950 h 742950"/>
              <a:gd name="csX22" fmla="*/ 5435600 w 5924550"/>
              <a:gd name="csY22" fmla="*/ 342900 h 742950"/>
              <a:gd name="csX23" fmla="*/ 5499100 w 5924550"/>
              <a:gd name="csY23" fmla="*/ 342900 h 742950"/>
              <a:gd name="csX24" fmla="*/ 5676900 w 5924550"/>
              <a:gd name="csY24" fmla="*/ 431800 h 742950"/>
              <a:gd name="csX25" fmla="*/ 5778500 w 5924550"/>
              <a:gd name="csY25" fmla="*/ 450850 h 742950"/>
              <a:gd name="csX26" fmla="*/ 5924550 w 5924550"/>
              <a:gd name="csY26" fmla="*/ 419100 h 742950"/>
              <a:gd name="csX27" fmla="*/ 5797550 w 5924550"/>
              <a:gd name="csY27" fmla="*/ 374650 h 742950"/>
              <a:gd name="csX28" fmla="*/ 5708650 w 5924550"/>
              <a:gd name="csY28" fmla="*/ 400050 h 742950"/>
              <a:gd name="csX29" fmla="*/ 5607050 w 5924550"/>
              <a:gd name="csY29" fmla="*/ 368300 h 742950"/>
              <a:gd name="csX30" fmla="*/ 5543550 w 5924550"/>
              <a:gd name="csY30" fmla="*/ 336550 h 742950"/>
              <a:gd name="csX31" fmla="*/ 5499100 w 5924550"/>
              <a:gd name="csY31" fmla="*/ 317500 h 742950"/>
              <a:gd name="csX32" fmla="*/ 5429250 w 5924550"/>
              <a:gd name="csY32" fmla="*/ 311150 h 742950"/>
              <a:gd name="csX33" fmla="*/ 5353050 w 5924550"/>
              <a:gd name="csY33" fmla="*/ 317500 h 742950"/>
              <a:gd name="csX34" fmla="*/ 5257800 w 5924550"/>
              <a:gd name="csY34" fmla="*/ 323850 h 742950"/>
              <a:gd name="csX35" fmla="*/ 5092700 w 5924550"/>
              <a:gd name="csY35" fmla="*/ 317500 h 742950"/>
              <a:gd name="csX36" fmla="*/ 5016500 w 5924550"/>
              <a:gd name="csY36" fmla="*/ 266700 h 742950"/>
              <a:gd name="csX37" fmla="*/ 4813300 w 5924550"/>
              <a:gd name="csY37" fmla="*/ 177800 h 742950"/>
              <a:gd name="csX38" fmla="*/ 4749800 w 5924550"/>
              <a:gd name="csY38" fmla="*/ 127000 h 742950"/>
              <a:gd name="csX39" fmla="*/ 4654550 w 5924550"/>
              <a:gd name="csY39" fmla="*/ 82550 h 742950"/>
              <a:gd name="csX40" fmla="*/ 4572000 w 5924550"/>
              <a:gd name="csY40" fmla="*/ 82550 h 742950"/>
              <a:gd name="csX41" fmla="*/ 4470400 w 5924550"/>
              <a:gd name="csY41" fmla="*/ 95250 h 742950"/>
              <a:gd name="csX42" fmla="*/ 4286250 w 5924550"/>
              <a:gd name="csY42" fmla="*/ 95250 h 742950"/>
              <a:gd name="csX43" fmla="*/ 4171950 w 5924550"/>
              <a:gd name="csY43" fmla="*/ 95250 h 742950"/>
              <a:gd name="csX44" fmla="*/ 4102100 w 5924550"/>
              <a:gd name="csY44" fmla="*/ 57150 h 742950"/>
              <a:gd name="csX45" fmla="*/ 4000500 w 5924550"/>
              <a:gd name="csY45" fmla="*/ 38100 h 742950"/>
              <a:gd name="csX46" fmla="*/ 3917950 w 5924550"/>
              <a:gd name="csY46" fmla="*/ 38100 h 742950"/>
              <a:gd name="csX47" fmla="*/ 3733800 w 5924550"/>
              <a:gd name="csY47" fmla="*/ 19050 h 742950"/>
              <a:gd name="csX48" fmla="*/ 3581400 w 5924550"/>
              <a:gd name="csY48" fmla="*/ 31750 h 742950"/>
              <a:gd name="csX49" fmla="*/ 3397250 w 5924550"/>
              <a:gd name="csY49" fmla="*/ 50800 h 742950"/>
              <a:gd name="csX50" fmla="*/ 3194050 w 5924550"/>
              <a:gd name="csY50" fmla="*/ 76200 h 742950"/>
              <a:gd name="csX51" fmla="*/ 3079750 w 5924550"/>
              <a:gd name="csY51" fmla="*/ 76200 h 742950"/>
              <a:gd name="csX52" fmla="*/ 2984500 w 5924550"/>
              <a:gd name="csY52" fmla="*/ 25400 h 742950"/>
              <a:gd name="csX53" fmla="*/ 2832100 w 5924550"/>
              <a:gd name="csY53" fmla="*/ 12700 h 742950"/>
              <a:gd name="csX54" fmla="*/ 2609850 w 5924550"/>
              <a:gd name="csY54" fmla="*/ 6350 h 742950"/>
              <a:gd name="csX55" fmla="*/ 2349500 w 5924550"/>
              <a:gd name="csY55" fmla="*/ 0 h 742950"/>
              <a:gd name="csX56" fmla="*/ 2159000 w 5924550"/>
              <a:gd name="csY56" fmla="*/ 6350 h 742950"/>
              <a:gd name="csX57" fmla="*/ 1885950 w 5924550"/>
              <a:gd name="csY57" fmla="*/ 19050 h 742950"/>
              <a:gd name="csX58" fmla="*/ 1733550 w 5924550"/>
              <a:gd name="csY58" fmla="*/ 44450 h 742950"/>
              <a:gd name="csX59" fmla="*/ 1517650 w 5924550"/>
              <a:gd name="csY59" fmla="*/ 76200 h 742950"/>
              <a:gd name="csX60" fmla="*/ 1403350 w 5924550"/>
              <a:gd name="csY60" fmla="*/ 139700 h 742950"/>
              <a:gd name="csX61" fmla="*/ 1314450 w 5924550"/>
              <a:gd name="csY61" fmla="*/ 190500 h 742950"/>
              <a:gd name="csX62" fmla="*/ 1193800 w 5924550"/>
              <a:gd name="csY62" fmla="*/ 247650 h 742950"/>
              <a:gd name="csX63" fmla="*/ 1003300 w 5924550"/>
              <a:gd name="csY63" fmla="*/ 292100 h 742950"/>
              <a:gd name="csX64" fmla="*/ 857250 w 5924550"/>
              <a:gd name="csY64" fmla="*/ 349250 h 742950"/>
              <a:gd name="csX65" fmla="*/ 749300 w 5924550"/>
              <a:gd name="csY65" fmla="*/ 412750 h 742950"/>
              <a:gd name="csX66" fmla="*/ 666750 w 5924550"/>
              <a:gd name="csY66" fmla="*/ 463550 h 742950"/>
              <a:gd name="csX67" fmla="*/ 609600 w 5924550"/>
              <a:gd name="csY67" fmla="*/ 508000 h 742950"/>
              <a:gd name="csX68" fmla="*/ 577850 w 5924550"/>
              <a:gd name="csY68" fmla="*/ 571500 h 742950"/>
              <a:gd name="csX69" fmla="*/ 482600 w 5924550"/>
              <a:gd name="csY69" fmla="*/ 609600 h 742950"/>
              <a:gd name="csX70" fmla="*/ 400050 w 5924550"/>
              <a:gd name="csY70" fmla="*/ 647700 h 742950"/>
              <a:gd name="csX71" fmla="*/ 57150 w 5924550"/>
              <a:gd name="csY71" fmla="*/ 685800 h 742950"/>
              <a:gd name="csX72" fmla="*/ 0 w 5924550"/>
              <a:gd name="csY72" fmla="*/ 742950 h 742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</a:cxnLst>
            <a:rect l="l" t="t" r="r" b="b"/>
            <a:pathLst>
              <a:path w="5924550" h="742950">
                <a:moveTo>
                  <a:pt x="0" y="742950"/>
                </a:moveTo>
                <a:lnTo>
                  <a:pt x="355600" y="698500"/>
                </a:lnTo>
                <a:lnTo>
                  <a:pt x="565150" y="635000"/>
                </a:lnTo>
                <a:lnTo>
                  <a:pt x="679450" y="495300"/>
                </a:lnTo>
                <a:lnTo>
                  <a:pt x="977900" y="336550"/>
                </a:lnTo>
                <a:lnTo>
                  <a:pt x="1308100" y="241300"/>
                </a:lnTo>
                <a:lnTo>
                  <a:pt x="1511300" y="114300"/>
                </a:lnTo>
                <a:lnTo>
                  <a:pt x="2038350" y="38100"/>
                </a:lnTo>
                <a:lnTo>
                  <a:pt x="2406650" y="38100"/>
                </a:lnTo>
                <a:lnTo>
                  <a:pt x="2901950" y="44450"/>
                </a:lnTo>
                <a:lnTo>
                  <a:pt x="3130550" y="120650"/>
                </a:lnTo>
                <a:lnTo>
                  <a:pt x="3321050" y="82550"/>
                </a:lnTo>
                <a:lnTo>
                  <a:pt x="3530600" y="50800"/>
                </a:lnTo>
                <a:lnTo>
                  <a:pt x="3600450" y="50800"/>
                </a:lnTo>
                <a:lnTo>
                  <a:pt x="3962400" y="63500"/>
                </a:lnTo>
                <a:lnTo>
                  <a:pt x="4216400" y="127000"/>
                </a:lnTo>
                <a:lnTo>
                  <a:pt x="4495800" y="127000"/>
                </a:lnTo>
                <a:lnTo>
                  <a:pt x="4584700" y="107950"/>
                </a:lnTo>
                <a:cubicBezTo>
                  <a:pt x="4653227" y="133647"/>
                  <a:pt x="4619324" y="118912"/>
                  <a:pt x="4686300" y="152400"/>
                </a:cubicBezTo>
                <a:lnTo>
                  <a:pt x="4978400" y="298450"/>
                </a:lnTo>
                <a:cubicBezTo>
                  <a:pt x="5036026" y="327263"/>
                  <a:pt x="5013448" y="313348"/>
                  <a:pt x="5048250" y="336550"/>
                </a:cubicBezTo>
                <a:lnTo>
                  <a:pt x="5295900" y="361950"/>
                </a:lnTo>
                <a:lnTo>
                  <a:pt x="5435600" y="342900"/>
                </a:lnTo>
                <a:lnTo>
                  <a:pt x="5499100" y="342900"/>
                </a:lnTo>
                <a:lnTo>
                  <a:pt x="5676900" y="431800"/>
                </a:lnTo>
                <a:lnTo>
                  <a:pt x="5778500" y="450850"/>
                </a:lnTo>
                <a:lnTo>
                  <a:pt x="5924550" y="419100"/>
                </a:lnTo>
                <a:lnTo>
                  <a:pt x="5797550" y="374650"/>
                </a:lnTo>
                <a:lnTo>
                  <a:pt x="5708650" y="400050"/>
                </a:lnTo>
                <a:lnTo>
                  <a:pt x="5607050" y="368300"/>
                </a:lnTo>
                <a:lnTo>
                  <a:pt x="5543550" y="336550"/>
                </a:lnTo>
                <a:lnTo>
                  <a:pt x="5499100" y="317500"/>
                </a:lnTo>
                <a:lnTo>
                  <a:pt x="5429250" y="311150"/>
                </a:lnTo>
                <a:lnTo>
                  <a:pt x="5353050" y="317500"/>
                </a:lnTo>
                <a:lnTo>
                  <a:pt x="5257800" y="323850"/>
                </a:lnTo>
                <a:lnTo>
                  <a:pt x="5092700" y="317500"/>
                </a:lnTo>
                <a:lnTo>
                  <a:pt x="5016500" y="266700"/>
                </a:lnTo>
                <a:lnTo>
                  <a:pt x="4813300" y="177800"/>
                </a:lnTo>
                <a:lnTo>
                  <a:pt x="4749800" y="127000"/>
                </a:lnTo>
                <a:lnTo>
                  <a:pt x="4654550" y="82550"/>
                </a:lnTo>
                <a:lnTo>
                  <a:pt x="4572000" y="82550"/>
                </a:lnTo>
                <a:lnTo>
                  <a:pt x="4470400" y="95250"/>
                </a:lnTo>
                <a:lnTo>
                  <a:pt x="4286250" y="95250"/>
                </a:lnTo>
                <a:lnTo>
                  <a:pt x="4171950" y="95250"/>
                </a:lnTo>
                <a:lnTo>
                  <a:pt x="4102100" y="57150"/>
                </a:lnTo>
                <a:lnTo>
                  <a:pt x="4000500" y="38100"/>
                </a:lnTo>
                <a:lnTo>
                  <a:pt x="3917950" y="38100"/>
                </a:lnTo>
                <a:lnTo>
                  <a:pt x="3733800" y="19050"/>
                </a:lnTo>
                <a:lnTo>
                  <a:pt x="3581400" y="31750"/>
                </a:lnTo>
                <a:lnTo>
                  <a:pt x="3397250" y="50800"/>
                </a:lnTo>
                <a:lnTo>
                  <a:pt x="3194050" y="76200"/>
                </a:lnTo>
                <a:lnTo>
                  <a:pt x="3079750" y="76200"/>
                </a:lnTo>
                <a:lnTo>
                  <a:pt x="2984500" y="25400"/>
                </a:lnTo>
                <a:lnTo>
                  <a:pt x="2832100" y="12700"/>
                </a:lnTo>
                <a:lnTo>
                  <a:pt x="2609850" y="6350"/>
                </a:lnTo>
                <a:lnTo>
                  <a:pt x="2349500" y="0"/>
                </a:lnTo>
                <a:lnTo>
                  <a:pt x="2159000" y="6350"/>
                </a:lnTo>
                <a:lnTo>
                  <a:pt x="1885950" y="19050"/>
                </a:lnTo>
                <a:lnTo>
                  <a:pt x="1733550" y="44450"/>
                </a:lnTo>
                <a:lnTo>
                  <a:pt x="1517650" y="76200"/>
                </a:lnTo>
                <a:lnTo>
                  <a:pt x="1403350" y="139700"/>
                </a:lnTo>
                <a:lnTo>
                  <a:pt x="1314450" y="190500"/>
                </a:lnTo>
                <a:lnTo>
                  <a:pt x="1193800" y="247650"/>
                </a:lnTo>
                <a:lnTo>
                  <a:pt x="1003300" y="292100"/>
                </a:lnTo>
                <a:lnTo>
                  <a:pt x="857250" y="349250"/>
                </a:lnTo>
                <a:lnTo>
                  <a:pt x="749300" y="412750"/>
                </a:lnTo>
                <a:lnTo>
                  <a:pt x="666750" y="463550"/>
                </a:lnTo>
                <a:lnTo>
                  <a:pt x="609600" y="508000"/>
                </a:lnTo>
                <a:lnTo>
                  <a:pt x="577850" y="571500"/>
                </a:lnTo>
                <a:lnTo>
                  <a:pt x="482600" y="609600"/>
                </a:lnTo>
                <a:lnTo>
                  <a:pt x="400050" y="647700"/>
                </a:lnTo>
                <a:lnTo>
                  <a:pt x="57150" y="685800"/>
                </a:lnTo>
                <a:lnTo>
                  <a:pt x="0" y="742950"/>
                </a:lnTo>
                <a:close/>
              </a:path>
            </a:pathLst>
          </a:custGeom>
          <a:solidFill>
            <a:srgbClr val="599BC3"/>
          </a:solidFill>
          <a:ln>
            <a:noFill/>
          </a:ln>
          <a:scene3d>
            <a:camera prst="orthographicFront"/>
            <a:lightRig rig="threePt" dir="t"/>
          </a:scene3d>
          <a:sp3d extrusionH="63500" contourW="6350">
            <a:bevelT w="10160" h="508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190CBB-220D-B8CF-36BD-9DF99EF6D3A9}"/>
              </a:ext>
            </a:extLst>
          </p:cNvPr>
          <p:cNvSpPr txBox="1"/>
          <p:nvPr/>
        </p:nvSpPr>
        <p:spPr>
          <a:xfrm>
            <a:off x="6006533" y="4653497"/>
            <a:ext cx="56594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Cerignola</a:t>
            </a:r>
            <a:endParaRPr lang="en-US" sz="700" dirty="0"/>
          </a:p>
        </p:txBody>
      </p:sp>
      <p:sp>
        <p:nvSpPr>
          <p:cNvPr id="59" name="Rectangle 58" descr="Vineyards">
            <a:extLst>
              <a:ext uri="{FF2B5EF4-FFF2-40B4-BE49-F238E27FC236}">
                <a16:creationId xmlns:a16="http://schemas.microsoft.com/office/drawing/2014/main" id="{F1B04748-86AF-6477-E8D3-14B1F5CD8BDD}"/>
              </a:ext>
            </a:extLst>
          </p:cNvPr>
          <p:cNvSpPr/>
          <p:nvPr/>
        </p:nvSpPr>
        <p:spPr>
          <a:xfrm>
            <a:off x="6294027" y="4067420"/>
            <a:ext cx="971682" cy="574150"/>
          </a:xfrm>
          <a:prstGeom prst="rect">
            <a:avLst/>
          </a:pr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 descr="Fortifications">
            <a:extLst>
              <a:ext uri="{FF2B5EF4-FFF2-40B4-BE49-F238E27FC236}">
                <a16:creationId xmlns:a16="http://schemas.microsoft.com/office/drawing/2014/main" id="{7204D416-132C-9685-9F58-E3360492E909}"/>
              </a:ext>
            </a:extLst>
          </p:cNvPr>
          <p:cNvSpPr/>
          <p:nvPr/>
        </p:nvSpPr>
        <p:spPr>
          <a:xfrm>
            <a:off x="4648200" y="3533287"/>
            <a:ext cx="3619500" cy="429113"/>
          </a:xfrm>
          <a:custGeom>
            <a:avLst/>
            <a:gdLst>
              <a:gd name="csX0" fmla="*/ 0 w 3619500"/>
              <a:gd name="csY0" fmla="*/ 257663 h 429113"/>
              <a:gd name="csX1" fmla="*/ 523875 w 3619500"/>
              <a:gd name="csY1" fmla="*/ 19538 h 429113"/>
              <a:gd name="csX2" fmla="*/ 1228725 w 3619500"/>
              <a:gd name="csY2" fmla="*/ 19538 h 429113"/>
              <a:gd name="csX3" fmla="*/ 2343150 w 3619500"/>
              <a:gd name="csY3" fmla="*/ 67163 h 429113"/>
              <a:gd name="csX4" fmla="*/ 3228975 w 3619500"/>
              <a:gd name="csY4" fmla="*/ 105263 h 429113"/>
              <a:gd name="csX5" fmla="*/ 3619500 w 3619500"/>
              <a:gd name="csY5" fmla="*/ 429113 h 429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19500" h="429113">
                <a:moveTo>
                  <a:pt x="0" y="257663"/>
                </a:moveTo>
                <a:cubicBezTo>
                  <a:pt x="159544" y="158444"/>
                  <a:pt x="319088" y="59225"/>
                  <a:pt x="523875" y="19538"/>
                </a:cubicBezTo>
                <a:cubicBezTo>
                  <a:pt x="728663" y="-20150"/>
                  <a:pt x="925513" y="11601"/>
                  <a:pt x="1228725" y="19538"/>
                </a:cubicBezTo>
                <a:cubicBezTo>
                  <a:pt x="1531937" y="27475"/>
                  <a:pt x="2343150" y="67163"/>
                  <a:pt x="2343150" y="67163"/>
                </a:cubicBezTo>
                <a:lnTo>
                  <a:pt x="3228975" y="105263"/>
                </a:lnTo>
                <a:cubicBezTo>
                  <a:pt x="3441700" y="165588"/>
                  <a:pt x="3530600" y="297350"/>
                  <a:pt x="3619500" y="429113"/>
                </a:cubicBezTo>
              </a:path>
            </a:pathLst>
          </a:custGeom>
          <a:noFill/>
          <a:ln w="76200" cmpd="dbl">
            <a:solidFill>
              <a:srgbClr val="72653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 descr="background">
            <a:extLst>
              <a:ext uri="{FF2B5EF4-FFF2-40B4-BE49-F238E27FC236}">
                <a16:creationId xmlns:a16="http://schemas.microsoft.com/office/drawing/2014/main" id="{774AEBD4-01D2-8B08-1CC2-280785B19378}"/>
              </a:ext>
            </a:extLst>
          </p:cNvPr>
          <p:cNvSpPr/>
          <p:nvPr/>
        </p:nvSpPr>
        <p:spPr>
          <a:xfrm>
            <a:off x="3586192" y="2143308"/>
            <a:ext cx="5486400" cy="2743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9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Miquelon</dc:creator>
  <cp:lastModifiedBy>Scott Miquelon</cp:lastModifiedBy>
  <cp:revision>1</cp:revision>
  <dcterms:created xsi:type="dcterms:W3CDTF">2026-08-19T13:27:19Z</dcterms:created>
  <dcterms:modified xsi:type="dcterms:W3CDTF">2026-08-19T13:27:46Z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97dc82-e8c8-4329-a7ff-6624fefdd98d_Enabled">
    <vt:lpwstr>true</vt:lpwstr>
  </property>
  <property fmtid="{D5CDD505-2E9C-101B-9397-08002B2CF9AE}" pid="3" name="MSIP_Label_a697dc82-e8c8-4329-a7ff-6624fefdd98d_SetDate">
    <vt:lpwstr>2026-08-19T13:27:46Z</vt:lpwstr>
  </property>
  <property fmtid="{D5CDD505-2E9C-101B-9397-08002B2CF9AE}" pid="4" name="MSIP_Label_a697dc82-e8c8-4329-a7ff-6624fefdd98d_Method">
    <vt:lpwstr>Standard</vt:lpwstr>
  </property>
  <property fmtid="{D5CDD505-2E9C-101B-9397-08002B2CF9AE}" pid="5" name="MSIP_Label_a697dc82-e8c8-4329-a7ff-6624fefdd98d_Name">
    <vt:lpwstr>defa4170-0d19-0005-0003-bc88714345d2</vt:lpwstr>
  </property>
  <property fmtid="{D5CDD505-2E9C-101B-9397-08002B2CF9AE}" pid="6" name="MSIP_Label_a697dc82-e8c8-4329-a7ff-6624fefdd98d_SiteId">
    <vt:lpwstr>ea3ca594-5d42-4e7f-ae0b-3e934f90c340</vt:lpwstr>
  </property>
  <property fmtid="{D5CDD505-2E9C-101B-9397-08002B2CF9AE}" pid="7" name="MSIP_Label_a697dc82-e8c8-4329-a7ff-6624fefdd98d_ActionId">
    <vt:lpwstr>5693f1c4-b817-4168-bbe6-bc9ad671e723</vt:lpwstr>
  </property>
  <property fmtid="{D5CDD505-2E9C-101B-9397-08002B2CF9AE}" pid="8" name="MSIP_Label_a697dc82-e8c8-4329-a7ff-6624fefdd98d_ContentBits">
    <vt:lpwstr>0</vt:lpwstr>
  </property>
  <property fmtid="{D5CDD505-2E9C-101B-9397-08002B2CF9AE}" pid="9" name="MSIP_Label_a697dc82-e8c8-4329-a7ff-6624fefdd98d_Tag">
    <vt:lpwstr>10, 3, 0, 1</vt:lpwstr>
  </property>
</Properties>
</file>